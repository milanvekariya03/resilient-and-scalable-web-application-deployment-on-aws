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1A3A6A">
              <a:alpha val="40000"/>
            </a:srgbClr>
          </a:solidFill>
          <a:ln w="12700">
            <a:solidFill>
              <a:srgbClr val="1A3A6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371600" cy="1371600"/>
          </a:xfrm>
          <a:prstGeom prst="ellipse">
            <a:avLst/>
          </a:prstGeom>
          <a:solidFill>
            <a:srgbClr val="1A3A6A">
              <a:alpha val="40000"/>
            </a:srgbClr>
          </a:solidFill>
          <a:ln w="12700">
            <a:solidFill>
              <a:srgbClr val="1A3A6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114800"/>
            <a:ext cx="1097280" cy="1097280"/>
          </a:xfrm>
          <a:prstGeom prst="ellipse">
            <a:avLst/>
          </a:prstGeom>
          <a:solidFill>
            <a:srgbClr val="1A3A6A">
              <a:alpha val="40000"/>
            </a:srgbClr>
          </a:solidFill>
          <a:ln w="12700">
            <a:solidFill>
              <a:srgbClr val="1A3A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6583680" y="457200"/>
            <a:ext cx="22860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229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Scalable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Deployment on AWS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10972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Vekariya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990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218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/ AWS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3557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7856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VPC · ALB · Auto Scaling · EFS · Route 53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20040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deploying a scalable and highly available web application infrastructure on AWS using core cloud services.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08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490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756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6426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2624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954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40680" y="3191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A0505"/>
          </a:solidFill>
          <a:ln w="12700">
            <a:solidFill>
              <a:srgbClr val="4A1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81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downtime during high traffic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42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56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scalability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973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4323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traffic distribution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3522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907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1071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463040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29200" y="21031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resilient AWS infrastructure using load balancing and auto scaling to eliminate these issues.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5943600" y="31089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078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" y="16276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application servers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91440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91440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097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078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02152" y="16276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isolated network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91440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91440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0972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1078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73952" y="16276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265176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265176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346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8163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0352" y="33649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337560" y="265176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37560" y="265176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8346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95928" y="28163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502152" y="33649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 storage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09360" y="2651760"/>
            <a:ext cx="2651760" cy="14630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2651760"/>
            <a:ext cx="64008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83464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7728" y="28163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473952" y="33649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74520" y="1554480"/>
            <a:ext cx="2743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31720" y="1097280"/>
            <a:ext cx="137160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188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49040" y="1554480"/>
            <a:ext cx="2743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06240" y="1097280"/>
            <a:ext cx="137160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23560" y="1554480"/>
            <a:ext cx="2743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80760" y="1097280"/>
            <a:ext cx="137160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1887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98080" y="1554480"/>
            <a:ext cx="2743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955280" y="1097280"/>
            <a:ext cx="137160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1887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5528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65760" y="2423160"/>
            <a:ext cx="8412480" cy="228600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0779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58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 for high availability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90779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20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across EC2 instances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410712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058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EFS storage accessible from all instances</a:t>
            </a:r>
            <a:endParaRPr lang="en-US" sz="13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1071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20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design with auto-recovery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Security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 Subnets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3200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560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3200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017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3200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74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794760"/>
            <a:ext cx="3200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457200" cy="45720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48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2130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 via IAM &amp; SG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432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inter-service communication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37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 with VPC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&amp; Load Balancer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SETUP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64008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instances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4008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715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installation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64008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3101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PURPOSE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0" y="2148840"/>
            <a:ext cx="64008" cy="32004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1208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incoming traffic evenly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029200" y="2743200"/>
            <a:ext cx="64008" cy="32004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0" y="2715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server overload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29200" y="3337560"/>
            <a:ext cx="64008" cy="32004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12080" y="33101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checking of instances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1A0505"/>
          </a:solidFill>
          <a:ln w="12700">
            <a:solidFill>
              <a:srgbClr val="4A101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1261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 causing performance issues and degraded user experience.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8412480" cy="182880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Auto Scaling Group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65960"/>
            <a:ext cx="822960" cy="82296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059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23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EC2 instances automatically during traffic spikes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80720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instances when demand drops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1868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91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consistent application performance at all times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1005840" y="41879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 and uptime — infrastructure grows and shrinks with demand.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41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EFS?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1298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EC2 instances required a shared, centralized storage solution accessible from all nodes simultaneously.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2651760" cy="246888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148840"/>
            <a:ext cx="2651760" cy="6400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instances access one consistent data source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37560" y="2148840"/>
            <a:ext cx="2651760" cy="246888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37560" y="2148840"/>
            <a:ext cx="2651760" cy="6400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860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7472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File System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7472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automatically with your application data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09360" y="2148840"/>
            <a:ext cx="2651760" cy="246888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09360" y="2148840"/>
            <a:ext cx="2651760" cy="6400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8600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Accessible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44652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accessible from all EC2 instances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solidFill>
            <a:srgbClr val="331A00"/>
          </a:solidFill>
          <a:ln w="12700">
            <a:solidFill>
              <a:srgbClr val="662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78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78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5029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53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11480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453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434840" y="1636776"/>
            <a:ext cx="182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2039112"/>
            <a:ext cx="4023360" cy="5029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71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130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traffic load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039112"/>
            <a:ext cx="411480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671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(ALB)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434840" y="2258568"/>
            <a:ext cx="182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2660904"/>
            <a:ext cx="4023360" cy="5029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8892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27523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storage issue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663440" y="2660904"/>
            <a:ext cx="411480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0640" y="2752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434840" y="2880360"/>
            <a:ext cx="182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65760" y="3282696"/>
            <a:ext cx="4023360" cy="5029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410712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33741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663440" y="3282696"/>
            <a:ext cx="411480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41071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20640" y="33741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434840" y="3502152"/>
            <a:ext cx="182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365760" y="3904488"/>
            <a:ext cx="4023360" cy="5029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032504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22960" y="3995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management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663440" y="3904488"/>
            <a:ext cx="411480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A3A20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032504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120640" y="3995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Security Groups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434840" y="4123944"/>
            <a:ext cx="182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achieved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56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048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overall performance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4261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fault tolerance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954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architecture established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13248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networking &amp; VPC design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07568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13248" y="2048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concepts &amp; policies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642616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13248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strategies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209544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13248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4173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247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24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build, test and deploy workflows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960120"/>
            <a:ext cx="2651760" cy="14173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960120"/>
            <a:ext cx="2651760" cy="5486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247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124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Monitoring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01568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metrics, alerts, and dashboards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651760" cy="14173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12471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124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Integration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7648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for DDoS protection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645920" y="2606040"/>
            <a:ext cx="2651760" cy="14173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645920" y="2606040"/>
            <a:ext cx="2651760" cy="54864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40280" y="27706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755648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with Multi-AZ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2606040"/>
            <a:ext cx="2651760" cy="14173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2606040"/>
            <a:ext cx="2651760" cy="5486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77063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27706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73168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for microservices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3566160" y="365760"/>
            <a:ext cx="2011680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1097280" y="2788920"/>
            <a:ext cx="6949440" cy="960120"/>
          </a:xfrm>
          <a:prstGeom prst="rect">
            <a:avLst/>
          </a:prstGeom>
          <a:solidFill>
            <a:srgbClr val="16284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85292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deployed a resilient and scalable web application infrastructure on AWS.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Milan Vekariya  |  Cloud Computing / AWS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LinkedIn Profile   |   📧 Email ID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Resilient and Scalable Web Application Deployment on AWS</dc:title>
  <dc:subject>PptxGenJS Presentation</dc:subject>
  <dc:creator>Milan Vekariya</dc:creator>
  <cp:lastModifiedBy>Milan Vekariya</cp:lastModifiedBy>
  <cp:revision>1</cp:revision>
  <dcterms:created xsi:type="dcterms:W3CDTF">2026-05-23T18:30:05Z</dcterms:created>
  <dcterms:modified xsi:type="dcterms:W3CDTF">2026-05-23T18:30:05Z</dcterms:modified>
</cp:coreProperties>
</file>